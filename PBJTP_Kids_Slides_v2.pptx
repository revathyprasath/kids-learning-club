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kel14b8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qdui1z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5029200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0" y="914400"/>
            <a:ext cx="6949440" cy="5212080"/>
          </a:xfrm>
          <a:prstGeom prst="rect">
            <a:avLst/>
          </a:prstGeom>
          <a:solidFill>
            <a:srgbClr val="FF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00584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A1E32"/>
                </a:solidFill>
                <a:latin typeface="Comic Sans MS"/>
              </a:rPr>
              <a:t>🏆 DECK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645920"/>
            <a:ext cx="6583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7A1E32"/>
                </a:solidFill>
                <a:latin typeface="Comic Sans MS"/>
              </a:rPr>
              <a:t>THE FAST FOOD
TRAP 🍔🚫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365760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D5A27"/>
                </a:solidFill>
                <a:latin typeface="Comic Sans MS"/>
              </a:rPr>
              <a:t>It's fast to eat.
The damage is SLOW.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466344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641E32"/>
                </a:solidFill>
                <a:latin typeface="Comic Sans MS"/>
              </a:rPr>
              <a:t>What your favourite meal is really doing to your body 🤔</a:t>
            </a:r>
          </a:p>
        </p:txBody>
      </p:sp>
      <p:pic>
        <p:nvPicPr>
          <p:cNvPr id="12" name="Picture 11" descr="pbjt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640080"/>
            <a:ext cx="1097280" cy="10972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bjwat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657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You'd Be Shocked What's Inside 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Fast food is engineered to make you addicted — not healthy.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1280160"/>
            <a:ext cx="67665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100">
                <a:solidFill>
                  <a:srgbClr val="141414"/>
                </a:solidFill>
                <a:latin typeface="Comic Sans MS"/>
              </a:rPr>
              <a:t>🧂  SALT: 2,000–3,000mg — your whole DAY's limit in ONE meal</a:t>
            </a:r>
          </a:p>
          <a:p>
            <a:pPr>
              <a:spcBef>
                <a:spcPts val="500"/>
              </a:spcBef>
            </a:pPr>
            <a:r>
              <a:rPr sz="2100">
                <a:solidFill>
                  <a:srgbClr val="141414"/>
                </a:solidFill>
                <a:latin typeface="Comic Sans MS"/>
              </a:rPr>
              <a:t>🍬  SUGAR: Hidden in buns, sauces &amp; drinks — up to 20 teaspoons!</a:t>
            </a:r>
          </a:p>
          <a:p>
            <a:pPr>
              <a:spcBef>
                <a:spcPts val="500"/>
              </a:spcBef>
            </a:pPr>
            <a:r>
              <a:rPr sz="2100">
                <a:solidFill>
                  <a:srgbClr val="141414"/>
                </a:solidFill>
                <a:latin typeface="Comic Sans MS"/>
              </a:rPr>
              <a:t>🛢️   FAT: Unhealthy trans fats that clog your arteries over time</a:t>
            </a:r>
          </a:p>
          <a:p>
            <a:pPr>
              <a:spcBef>
                <a:spcPts val="500"/>
              </a:spcBef>
            </a:pPr>
            <a:r>
              <a:rPr sz="2100">
                <a:solidFill>
                  <a:srgbClr val="141414"/>
                </a:solidFill>
                <a:latin typeface="Comic Sans MS"/>
              </a:rPr>
              <a:t>🧪  CHEMICALS: Artificial flavours, colours &amp; preservatives</a:t>
            </a:r>
          </a:p>
          <a:p>
            <a:pPr>
              <a:spcBef>
                <a:spcPts val="500"/>
              </a:spcBef>
            </a:pPr>
            <a:r>
              <a:rPr sz="2100">
                <a:solidFill>
                  <a:srgbClr val="141414"/>
                </a:solidFill>
                <a:latin typeface="Comic Sans MS"/>
              </a:rPr>
              <a:t>🔥  CALORIES: One combo meal = a child's ENTIRE daily need</a:t>
            </a:r>
          </a:p>
        </p:txBody>
      </p:sp>
      <p:pic>
        <p:nvPicPr>
          <p:cNvPr id="9" name="Picture 8" descr="tmpqjw4y8a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18872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32320" y="5394960"/>
            <a:ext cx="4754880" cy="77724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78040" y="5413248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mic Sans MS"/>
              </a:rPr>
              <a:t>⚡ Food scientists design it to hook you — not heal you!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md533m3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657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Your Body After Fast Food 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Hour by hour — here's what really happens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pic>
        <p:nvPicPr>
          <p:cNvPr id="8" name="Picture 7" descr="tmptmxrhbr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234440"/>
            <a:ext cx="11430000" cy="62805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264oehr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657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Fast Food Hurts Your Grades Too 🧠📉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What you eat directly affects how well you think.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1280160"/>
            <a:ext cx="7315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141414"/>
                </a:solidFill>
                <a:latin typeface="Comic Sans MS"/>
              </a:rPr>
              <a:t>🔴  High sugar + fat meals REDUCE blood flow to the brain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141414"/>
                </a:solidFill>
                <a:latin typeface="Comic Sans MS"/>
              </a:rPr>
              <a:t>🔴  Kids eating fast food regularly score LOWER on maths &amp; reading tests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141414"/>
                </a:solidFill>
                <a:latin typeface="Comic Sans MS"/>
              </a:rPr>
              <a:t>🔴  The crash after eating makes it hard to focus in class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141414"/>
                </a:solidFill>
                <a:latin typeface="Comic Sans MS"/>
              </a:rPr>
              <a:t>🟢  After a home-cooked lunch → alert, focused, energised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141414"/>
                </a:solidFill>
                <a:latin typeface="Comic Sans MS"/>
              </a:rPr>
              <a:t>🟢  Omega-3s (fish, nuts) = brain food. Fast food has almost NONE!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141414"/>
                </a:solidFill>
                <a:latin typeface="Comic Sans MS"/>
              </a:rPr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141414"/>
                </a:solidFill>
                <a:latin typeface="Comic Sans MS"/>
              </a:rPr>
              <a:t>💡  Your brain is still GROWING. Every meal either helps it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141414"/>
                </a:solidFill>
                <a:latin typeface="Comic Sans MS"/>
              </a:rPr>
              <a:t>     grow — or slows it down.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1371600"/>
            <a:ext cx="4297680" cy="475488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0" y="155448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omic Sans MS"/>
              </a:rPr>
              <a:t>🧠  DID YOU KNOW?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9456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Comic Sans MS"/>
              </a:rPr>
              <a:t>20 minutes of walking before a test = HIGHER scores!
Exercise + healthy food = your best brain day.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4114800"/>
            <a:ext cx="4114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8941A"/>
                </a:solidFill>
                <a:latin typeface="Comic Sans MS"/>
              </a:rPr>
              <a:t>🏆  PBJTP kids who eat well
perform better ON and
OFF the court!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a9m92cy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657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Smart Swaps — Better Choices, Better You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You don't have to be perfect. You have to be CONSISTENT.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280160"/>
            <a:ext cx="5303520" cy="4846320"/>
          </a:xfrm>
          <a:prstGeom prst="rect">
            <a:avLst/>
          </a:prstGeom>
          <a:solidFill>
            <a:srgbClr val="D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omic Sans MS"/>
              </a:rPr>
              <a:t>❌  Fast Food Choice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FFFFFF"/>
                </a:solidFill>
                <a:latin typeface="Comic Sans MS"/>
              </a:rPr>
              <a:t>10+ teaspoons of sugar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FFFFFF"/>
                </a:solidFill>
                <a:latin typeface="Comic Sans MS"/>
              </a:rPr>
              <a:t>Over a day's salt in one meal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FFFFFF"/>
                </a:solidFill>
                <a:latin typeface="Comic Sans MS"/>
              </a:rPr>
              <a:t>Energy crash in 30 min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FFFFFF"/>
                </a:solidFill>
                <a:latin typeface="Comic Sans MS"/>
              </a:rPr>
              <a:t>Hungry AGAIN in 1 hour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FFFFFF"/>
                </a:solidFill>
                <a:latin typeface="Comic Sans MS"/>
              </a:rPr>
              <a:t>Hurts focus at school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FFFFFF"/>
                </a:solidFill>
                <a:latin typeface="Comic Sans MS"/>
              </a:rPr>
              <a:t>Costs $10–$15 per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926080"/>
            <a:ext cx="777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A1E32"/>
                </a:solidFill>
                <a:latin typeface="Comic Sans MS"/>
              </a:rPr>
              <a:t>⚡
VS
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280160"/>
            <a:ext cx="5303520" cy="48463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37160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omic Sans MS"/>
              </a:rPr>
              <a:t>✅  Smart Home Swap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9659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FFFFFF"/>
                </a:solidFill>
                <a:latin typeface="Comic Sans MS"/>
              </a:rPr>
              <a:t>🍌 Banana + peanut butter (30 sec!)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FFFFFF"/>
                </a:solidFill>
                <a:latin typeface="Comic Sans MS"/>
              </a:rPr>
              <a:t>🥚 Hard boiled egg + crackers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FFFFFF"/>
                </a:solidFill>
                <a:latin typeface="Comic Sans MS"/>
              </a:rPr>
              <a:t>🧀 Cheese + apple slices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FFFFFF"/>
                </a:solidFill>
                <a:latin typeface="Comic Sans MS"/>
              </a:rPr>
              <a:t>🥜 Trail mix — nuts &amp; dried fruit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FFFFFF"/>
                </a:solidFill>
                <a:latin typeface="Comic Sans MS"/>
              </a:rPr>
              <a:t>🍝 Leftovers from home dinner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FFFFFF"/>
                </a:solidFill>
                <a:latin typeface="Comic Sans MS"/>
              </a:rPr>
              <a:t>💰 Costs $1–$3 per person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wswllfr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7315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🏆  Your Fast Food Challenge This Week!</a:t>
            </a:r>
          </a:p>
        </p:txBody>
      </p:sp>
      <p:pic>
        <p:nvPicPr>
          <p:cNvPr id="6" name="Picture 5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1371600"/>
            <a:ext cx="502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81414"/>
                </a:solidFill>
                <a:latin typeface="Comic Sans MS"/>
              </a:rPr>
              <a:t>🍌  Replace ONE fast food meal with a home-cooked version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29968"/>
            <a:ext cx="502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2996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81414"/>
                </a:solidFill>
                <a:latin typeface="Comic Sans MS"/>
              </a:rPr>
              <a:t>💧  Drink ONLY water instead of soda for 3 days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88336"/>
            <a:ext cx="502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68833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81414"/>
                </a:solidFill>
                <a:latin typeface="Comic Sans MS"/>
              </a:rPr>
              <a:t>🏷️   Read the label on one thing before eating 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46704"/>
            <a:ext cx="502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34670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81414"/>
                </a:solidFill>
                <a:latin typeface="Comic Sans MS"/>
              </a:rPr>
              <a:t>📓  Write down how you FEEL 2 hours after eating healthy vs fast food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05072"/>
            <a:ext cx="5029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0507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81414"/>
                </a:solidFill>
                <a:latin typeface="Comic Sans MS"/>
              </a:rPr>
              <a:t>💬  Tell your parents ONE thing you learned today about fast food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715000"/>
            <a:ext cx="11521440" cy="64008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733288"/>
            <a:ext cx="11338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mic Sans MS"/>
              </a:rPr>
              <a:t>🌟  The 80/20 Rule: Eat healthy 80% of the time. The other 20%? Relax and enjoy! 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bve22nq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z1j2mv0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005840"/>
            <a:ext cx="9368913" cy="50292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120640" y="914400"/>
            <a:ext cx="6858000" cy="5212080"/>
          </a:xfrm>
          <a:prstGeom prst="rect">
            <a:avLst/>
          </a:prstGeom>
          <a:solidFill>
            <a:srgbClr val="FF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00584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5A27"/>
                </a:solidFill>
                <a:latin typeface="Comic Sans MS"/>
              </a:rPr>
              <a:t>🏆 DECK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645920"/>
            <a:ext cx="6492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7A1E32"/>
                </a:solidFill>
                <a:latin typeface="Comic Sans MS"/>
              </a:rPr>
              <a:t>THE SUGAR
SECRET 🍬😬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D5A27"/>
                </a:solidFill>
                <a:latin typeface="Comic Sans MS"/>
              </a:rPr>
              <a:t>It tastes amazing.
Here's what it's REALLY doing.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4663440"/>
            <a:ext cx="6492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641E32"/>
                </a:solidFill>
                <a:latin typeface="Comic Sans MS"/>
              </a:rPr>
              <a:t>The truth candy companies don't want you to know! 🤫</a:t>
            </a:r>
          </a:p>
        </p:txBody>
      </p:sp>
      <p:pic>
        <p:nvPicPr>
          <p:cNvPr id="12" name="Picture 11" descr="pbjtp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640080"/>
            <a:ext cx="1097280" cy="10972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cqiw5h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657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How Much Sugar Is HIDING In Your Drinks? 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Your daily limit: only 6 teaspoons (25g). Look what's really in there!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pic>
        <p:nvPicPr>
          <p:cNvPr id="8" name="Picture 7" descr="tmpzbthw80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88720"/>
            <a:ext cx="11430000" cy="688884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3og35yu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657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The Sugar Rollercoaster 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Every time you eat lots of sugar your body goes on a wild ride!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pic>
        <p:nvPicPr>
          <p:cNvPr id="8" name="Picture 7" descr="tmptmxrhbr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88720"/>
            <a:ext cx="11430000" cy="628050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bjyzj5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657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What Too Much Sugar Does Over Time 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A little occasionally is fine. Daily excess causes real damage.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pic>
        <p:nvPicPr>
          <p:cNvPr id="8" name="Picture 7" descr="tmp64y3li_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188720"/>
            <a:ext cx="4560570" cy="5212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03520" y="1371600"/>
            <a:ext cx="6492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141414"/>
                </a:solidFill>
                <a:latin typeface="Comic Sans MS"/>
              </a:rPr>
              <a:t>🦷  TEETH: Sugar feeds bacteria → acid → cavities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41414"/>
                </a:solidFill>
                <a:latin typeface="Comic Sans MS"/>
              </a:rPr>
              <a:t>⚡  BODY: Stored as belly fat when eaten in excess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41414"/>
                </a:solidFill>
                <a:latin typeface="Comic Sans MS"/>
              </a:rPr>
              <a:t>💉  DIABETES: Now showing up in kids as young as 10!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41414"/>
                </a:solidFill>
                <a:latin typeface="Comic Sans MS"/>
              </a:rPr>
              <a:t>❤️  HEART: Causes inflammation in blood vessels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41414"/>
                </a:solidFill>
                <a:latin typeface="Comic Sans MS"/>
              </a:rPr>
              <a:t>🛡️  IMMUNITY: Weakened for up to 5 hours after a sugar binge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41414"/>
                </a:solidFill>
                <a:latin typeface="Comic Sans MS"/>
              </a:rPr>
              <a:t>🧠  BRAIN: Linked to anxiety &amp; poor memory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41414"/>
                </a:solidFill>
                <a:latin typeface="Comic Sans MS"/>
              </a:rPr>
              <a:t/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41414"/>
                </a:solidFill>
                <a:latin typeface="Comic Sans MS"/>
              </a:rPr>
              <a:t>📈  1900s: 4 lbs sugar/year per person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141414"/>
                </a:solidFill>
                <a:latin typeface="Comic Sans MS"/>
              </a:rPr>
              <a:t>     Today: 150+ lbs sugar/year per person!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ld2sr9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657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Sugar Has 56 Disguises! 🕵️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Food companies hide sugar under different names — here's how to catch them!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280160"/>
            <a:ext cx="5669280" cy="48463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omic Sans MS"/>
              </a:rPr>
              <a:t>🔍  Hidden Sugar Names: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1168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  <a:latin typeface="Comic Sans MS"/>
              </a:rPr>
              <a:t>→ High fructose corn syrup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  <a:latin typeface="Comic Sans MS"/>
              </a:rPr>
              <a:t>→ Dextrose, Maltose, Sucrose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  <a:latin typeface="Comic Sans MS"/>
              </a:rPr>
              <a:t>→ Evaporated cane juice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  <a:latin typeface="Comic Sans MS"/>
              </a:rPr>
              <a:t>→ Agave nectar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  <a:latin typeface="Comic Sans MS"/>
              </a:rPr>
              <a:t>→ Brown rice syrup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  <a:latin typeface="Comic Sans MS"/>
              </a:rPr>
              <a:t>→ Fruit juice concentrate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FFFFFF"/>
                </a:solidFill>
                <a:latin typeface="Comic Sans MS"/>
              </a:rPr>
              <a:t>→ Molasses, honey, maple syrup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669280" cy="2286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omic Sans MS"/>
              </a:rPr>
              <a:t>✅  The Detective Rule: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Comic Sans MS"/>
              </a:rPr>
              <a:t>If any form of sugar is in the first 3 ingredients on the label — PUT IT BACK! 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657600"/>
            <a:ext cx="5669280" cy="246888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749039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7A1E32"/>
                </a:solidFill>
                <a:latin typeface="Comic Sans MS"/>
              </a:rPr>
              <a:t>💧  Best Drinks for Kids: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34340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900">
                <a:solidFill>
                  <a:srgbClr val="281414"/>
                </a:solidFill>
                <a:latin typeface="Comic Sans MS"/>
              </a:rPr>
              <a:t>#1  💧 Water  (always first — zero sugar!)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81414"/>
                </a:solidFill>
                <a:latin typeface="Comic Sans MS"/>
              </a:rPr>
              <a:t>#2  🥛 Plain milk (calcium + protein)</a:t>
            </a:r>
          </a:p>
          <a:p>
            <a:pPr>
              <a:spcBef>
                <a:spcPts val="500"/>
              </a:spcBef>
            </a:pPr>
            <a:r>
              <a:rPr sz="1900">
                <a:solidFill>
                  <a:srgbClr val="281414"/>
                </a:solidFill>
                <a:latin typeface="Comic Sans MS"/>
              </a:rPr>
              <a:t>#3  🍵 Unsweetened tea (zero sugar)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phicpe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7315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🏆  Your 5-Day Sugar Challenge!</a:t>
            </a:r>
          </a:p>
        </p:txBody>
      </p:sp>
      <p:pic>
        <p:nvPicPr>
          <p:cNvPr id="6" name="Picture 5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42814"/>
                </a:solidFill>
                <a:latin typeface="Comic Sans MS"/>
              </a:rPr>
              <a:t>Day 1 — Replace soda or juice with WATER all day 💧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5740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42814"/>
                </a:solidFill>
                <a:latin typeface="Comic Sans MS"/>
              </a:rPr>
              <a:t>Day 2 — Read the label on 3 things in your fridge 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4320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432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42814"/>
                </a:solidFill>
                <a:latin typeface="Comic Sans MS"/>
              </a:rPr>
              <a:t>Day 3 — Count the teaspoons of sugar in everything you drink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290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42814"/>
                </a:solidFill>
                <a:latin typeface="Comic Sans MS"/>
              </a:rPr>
              <a:t>Day 4 — Choose fresh fruit instead of a sweet snack 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14800"/>
            <a:ext cx="502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148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142814"/>
                </a:solidFill>
                <a:latin typeface="Comic Sans MS"/>
              </a:rPr>
              <a:t>Day 5 — Tell your parent ONE thing you learned about sugar! 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669280"/>
            <a:ext cx="11521440" cy="6858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875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mic Sans MS"/>
              </a:rPr>
              <a:t>🌟  After 5 days: Write down how you feel. More energy? Better mood? Less tired? 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f81gmr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mpjg71m30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0"/>
            <a:ext cx="3840480" cy="38404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566160" y="2560320"/>
            <a:ext cx="914400" cy="9144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84448" y="2578608"/>
            <a:ext cx="877824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omic Sans MS"/>
              </a:rPr>
              <a:t>VS</a:t>
            </a:r>
          </a:p>
        </p:txBody>
      </p:sp>
      <p:pic>
        <p:nvPicPr>
          <p:cNvPr id="9" name="Picture 8" descr="tmprgx3iy3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97280"/>
            <a:ext cx="3840480" cy="38404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772400" y="914400"/>
            <a:ext cx="4206240" cy="5120640"/>
          </a:xfrm>
          <a:prstGeom prst="rect">
            <a:avLst/>
          </a:prstGeom>
          <a:solidFill>
            <a:srgbClr val="EBF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00584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5A27"/>
                </a:solidFill>
                <a:latin typeface="Comic Sans MS"/>
              </a:rPr>
              <a:t>🏆 DECK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64592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7A1E32"/>
                </a:solidFill>
                <a:latin typeface="Comic Sans MS"/>
              </a:rPr>
              <a:t>FAST FOOD
vs HOME
COOKING 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3931920"/>
            <a:ext cx="3931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D5A27"/>
                </a:solidFill>
                <a:latin typeface="Comic Sans MS"/>
              </a:rPr>
              <a:t>Which wins for your
💚 health AND 💰 wallet?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49377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505050"/>
                </a:solidFill>
                <a:latin typeface="Comic Sans MS"/>
              </a:rPr>
              <a:t>The answer might surprise you!</a:t>
            </a:r>
          </a:p>
        </p:txBody>
      </p:sp>
      <p:pic>
        <p:nvPicPr>
          <p:cNvPr id="15" name="Picture 14" descr="pbjtp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640080"/>
            <a:ext cx="1097280" cy="10972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g2d8eom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657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Fast Food Is SO Much More Expensive! 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It feels cheap per visit — but the yearly total will SHOCK you.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pic>
        <p:nvPicPr>
          <p:cNvPr id="8" name="Picture 7" descr="tmpnpun2nk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88720"/>
            <a:ext cx="11430000" cy="689741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6fcgf4w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657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What Home Cooking Actually Costs 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Home-cooked meals cost 3–5× LESS than the same meal from a restaurant!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320040" y="1325880"/>
            <a:ext cx="11521440" cy="6858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1414"/>
                </a:solidFill>
                <a:latin typeface="Comic Sans MS"/>
              </a:rPr>
              <a:t>🍝  Pasta + sauce + turkey for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37160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D5A27"/>
                </a:solidFill>
                <a:latin typeface="Comic Sans MS"/>
              </a:rPr>
              <a:t>$8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1371600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A1E32"/>
                </a:solidFill>
                <a:latin typeface="Comic Sans MS"/>
              </a:rPr>
              <a:t>→  $2 per person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39112"/>
            <a:ext cx="11521440" cy="685800"/>
          </a:xfrm>
          <a:prstGeom prst="rect">
            <a:avLst/>
          </a:prstGeom>
          <a:solidFill>
            <a:srgbClr val="FF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1414"/>
                </a:solidFill>
                <a:latin typeface="Comic Sans MS"/>
              </a:rPr>
              <a:t>🍗  Chicken + veg + rice for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084832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D5A27"/>
                </a:solidFill>
                <a:latin typeface="Comic Sans MS"/>
              </a:rPr>
              <a:t>$12 total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084832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A1E32"/>
                </a:solidFill>
                <a:latin typeface="Comic Sans MS"/>
              </a:rPr>
              <a:t>→  $3 per person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52344"/>
            <a:ext cx="11521440" cy="68580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798064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1414"/>
                </a:solidFill>
                <a:latin typeface="Comic Sans MS"/>
              </a:rPr>
              <a:t>🥚  Eggs + toast + fruit for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98064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D5A27"/>
                </a:solidFill>
                <a:latin typeface="Comic Sans MS"/>
              </a:rPr>
              <a:t>$5 total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279806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A1E32"/>
                </a:solidFill>
                <a:latin typeface="Comic Sans MS"/>
              </a:rPr>
              <a:t>→  $1.25 per person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465576"/>
            <a:ext cx="11521440" cy="685800"/>
          </a:xfrm>
          <a:prstGeom prst="rect">
            <a:avLst/>
          </a:prstGeom>
          <a:solidFill>
            <a:srgbClr val="FF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511296"/>
            <a:ext cx="6400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41414"/>
                </a:solidFill>
                <a:latin typeface="Comic Sans MS"/>
              </a:rPr>
              <a:t>🌮  Bean tacos with toppings for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511296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D5A27"/>
                </a:solidFill>
                <a:latin typeface="Comic Sans MS"/>
              </a:rPr>
              <a:t>$10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511296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7A1E32"/>
                </a:solidFill>
                <a:latin typeface="Comic Sans MS"/>
              </a:rPr>
              <a:t>→  $2.50 per person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297680"/>
            <a:ext cx="11521440" cy="77724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32511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omic Sans MS"/>
              </a:rPr>
              <a:t>💰  Annual saving for a family of 4 switching to home cooking: $4,000 – $6,000 per year!</a:t>
            </a:r>
          </a:p>
        </p:txBody>
      </p:sp>
      <p:pic>
        <p:nvPicPr>
          <p:cNvPr id="26" name="Picture 25" descr="tmpdybve2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5166360"/>
            <a:ext cx="2125980" cy="141732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2062h21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657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The 30% Savings Rule — Every Single Time! 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Pay YOURSELF first. Always. This is how wealthy adults think.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pic>
        <p:nvPicPr>
          <p:cNvPr id="8" name="Picture 7" descr="tmp62rn0z3q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143000"/>
            <a:ext cx="6673825" cy="52120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217920" y="1280160"/>
            <a:ext cx="5669280" cy="484632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2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7A1E32"/>
                </a:solidFill>
                <a:latin typeface="Comic Sans MS"/>
              </a:rPr>
              <a:t>💡  Example — You earn $10: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2000">
                <a:solidFill>
                  <a:srgbClr val="281414"/>
                </a:solidFill>
                <a:latin typeface="Comic Sans MS"/>
              </a:rPr>
              <a:t>🐷  $3.00  →  Savings jar (30%)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281414"/>
                </a:solidFill>
                <a:latin typeface="Comic Sans MS"/>
              </a:rPr>
              <a:t>💛  $1.00  →  Giving jar (10%)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281414"/>
                </a:solidFill>
                <a:latin typeface="Comic Sans MS"/>
              </a:rPr>
              <a:t>🛒  $6.00  →  Spend wisely (60%)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281414"/>
                </a:solidFill>
                <a:latin typeface="Comic Sans MS"/>
              </a:rPr>
              <a:t/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281414"/>
                </a:solidFill>
                <a:latin typeface="Comic Sans MS"/>
              </a:rPr>
              <a:t>📅  If you save $5 every week: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281414"/>
                </a:solidFill>
                <a:latin typeface="Comic Sans MS"/>
              </a:rPr>
              <a:t>     1 month   →  $20 saved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281414"/>
                </a:solidFill>
                <a:latin typeface="Comic Sans MS"/>
              </a:rPr>
              <a:t>     6 months  →  $130 saved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281414"/>
                </a:solidFill>
                <a:latin typeface="Comic Sans MS"/>
              </a:rPr>
              <a:t>     1 year     →  $260 saved! 🎉</a:t>
            </a:r>
          </a:p>
          <a:p>
            <a:pPr>
              <a:spcBef>
                <a:spcPts val="500"/>
              </a:spcBef>
            </a:pPr>
            <a:r>
              <a:rPr sz="2000">
                <a:solidFill>
                  <a:srgbClr val="281414"/>
                </a:solidFill>
                <a:latin typeface="Comic Sans MS"/>
              </a:rPr>
              <a:t>     5 years    →  $1,300! 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rhtlrz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7043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36576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omic Sans MS"/>
              </a:rPr>
              <a:t>Watch Your Piggy Bank Grow All Year! 🐷📈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8046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Small + consistent = BIG. You don't need a lot — you just need to START!</a:t>
            </a:r>
          </a:p>
        </p:txBody>
      </p:sp>
      <p:pic>
        <p:nvPicPr>
          <p:cNvPr id="7" name="Picture 6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pic>
        <p:nvPicPr>
          <p:cNvPr id="8" name="Picture 7" descr="tmp200zlj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188720"/>
            <a:ext cx="11430000" cy="630324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h8sse9i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9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73152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7A1E32"/>
                </a:solidFill>
                <a:latin typeface="Comic Sans MS"/>
              </a:rPr>
              <a:t>🏆  Cook It · Track It · Save It This Week!</a:t>
            </a:r>
          </a:p>
        </p:txBody>
      </p:sp>
      <p:pic>
        <p:nvPicPr>
          <p:cNvPr id="6" name="Picture 5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65760" y="1371600"/>
            <a:ext cx="502920" cy="5029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371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8140A"/>
                </a:solidFill>
                <a:latin typeface="Comic Sans MS"/>
              </a:rPr>
              <a:t>Step 1 — Pick a simple recipe  (eggs, pasta, rice bowl, or sandwich) 🍝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048256"/>
            <a:ext cx="502920" cy="5029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48256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8140A"/>
                </a:solidFill>
                <a:latin typeface="Comic Sans MS"/>
              </a:rPr>
              <a:t>Step 2 — Go to the store with a parent and buy ONLY what you need 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24912"/>
            <a:ext cx="502920" cy="5029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8140A"/>
                </a:solidFill>
                <a:latin typeface="Comic Sans MS"/>
              </a:rPr>
              <a:t>Step 3 — Cook it together and write down what it cost ✏️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01568"/>
            <a:ext cx="502920" cy="5029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401568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8140A"/>
                </a:solidFill>
                <a:latin typeface="Comic Sans MS"/>
              </a:rPr>
              <a:t>Step 4 — Compare: What would that meal cost at a restaurant? 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78224"/>
            <a:ext cx="502920" cy="50292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078224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 i="0">
                <a:solidFill>
                  <a:srgbClr val="28140A"/>
                </a:solidFill>
                <a:latin typeface="Comic Sans MS"/>
              </a:rPr>
              <a:t>Step 5 — Put 30% of the savings STRAIGHT into your piggy bank 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650992"/>
            <a:ext cx="11521440" cy="713232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687568"/>
            <a:ext cx="11338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mic Sans MS"/>
              </a:rPr>
              <a:t>Example: Home pasta dinner = $8.  Restaurant = $45.  You saved $37 → $11 goes in your piggy bank! 🐷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Building Champions On and Off the Court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gvhrb2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54864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mic Sans MS"/>
              </a:rPr>
              <a:t>🏠  TEACH YOUR PARENTS TONIGHT — AND EARN YOUR CUT! 🐷</a:t>
            </a:r>
          </a:p>
        </p:txBody>
      </p:sp>
      <p:pic>
        <p:nvPicPr>
          <p:cNvPr id="6" name="Picture 5" descr="pbjtp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109728"/>
            <a:ext cx="777240" cy="7772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1280160"/>
            <a:ext cx="5486400" cy="4023360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omic Sans MS"/>
              </a:rPr>
              <a:t>💬  Say This Tonight: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52120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204825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0A14"/>
                </a:solidFill>
                <a:latin typeface="Comic Sans MS"/>
              </a:rPr>
              <a:t>"Mom/Dad — cooking dinner at home instead
of ordering out saves $35–$40 every meal!"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26080"/>
            <a:ext cx="52120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96265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0A14"/>
                </a:solidFill>
                <a:latin typeface="Comic Sans MS"/>
              </a:rPr>
              <a:t>"Can I get my cut of what we save
and put it in my piggy bank? I'll save it!"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52120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877056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80A14"/>
                </a:solidFill>
                <a:latin typeface="Comic Sans MS"/>
              </a:rPr>
              <a:t>"Let's track it — I'll keep the notebook!"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89320" y="1280160"/>
            <a:ext cx="5897880" cy="402336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371600"/>
            <a:ext cx="5577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omic Sans MS"/>
              </a:rPr>
              <a:t>🐷  The Piggy Bank Deal: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2011680"/>
            <a:ext cx="5760720" cy="548640"/>
          </a:xfrm>
          <a:prstGeom prst="rect">
            <a:avLst/>
          </a:prstGeom>
          <a:solidFill>
            <a:srgbClr val="194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0574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mic Sans MS"/>
              </a:rPr>
              <a:t>Meal cooked at 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05740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mic Sans MS"/>
              </a:rPr>
              <a:t>Your cut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2578608"/>
            <a:ext cx="5760720" cy="5486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62432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Saves ~$35 vs fast food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62432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941A"/>
                </a:solidFill>
                <a:latin typeface="Comic Sans MS"/>
              </a:rPr>
              <a:t>$3–$5 in piggy bank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145536"/>
            <a:ext cx="5760720" cy="548640"/>
          </a:xfrm>
          <a:prstGeom prst="rect">
            <a:avLst/>
          </a:prstGeom>
          <a:solidFill>
            <a:srgbClr val="194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1912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Cook 3×/week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19125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941A"/>
                </a:solidFill>
                <a:latin typeface="Comic Sans MS"/>
              </a:rPr>
              <a:t>Up to $15/week!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3712464"/>
            <a:ext cx="5760720" cy="54864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75818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1 full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375818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941A"/>
                </a:solidFill>
                <a:latin typeface="Comic Sans MS"/>
              </a:rPr>
              <a:t>Up to $60 saved! 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4279392"/>
            <a:ext cx="5760720" cy="548640"/>
          </a:xfrm>
          <a:prstGeom prst="rect">
            <a:avLst/>
          </a:prstGeom>
          <a:solidFill>
            <a:srgbClr val="194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432511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Comic Sans MS"/>
              </a:rPr>
              <a:t>1 full year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432511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941A"/>
                </a:solidFill>
                <a:latin typeface="Comic Sans MS"/>
              </a:rPr>
              <a:t>Up to $720! 🏆</a:t>
            </a:r>
          </a:p>
        </p:txBody>
      </p:sp>
      <p:pic>
        <p:nvPicPr>
          <p:cNvPr id="32" name="Picture 31" descr="tmpc5gw91l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3108960"/>
            <a:ext cx="2103120" cy="210312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320040" y="5413248"/>
            <a:ext cx="11521440" cy="8412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4589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mic Sans MS"/>
              </a:rPr>
              <a:t>👨‍👩‍👧  Parent Promise: "Every time we cook at home instead of eating out, I will give you your cut for your piggy bank!"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7A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6492240"/>
            <a:ext cx="11795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Pete Brown Jr. Tennis Program — What we teach on the court, we teach for life.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