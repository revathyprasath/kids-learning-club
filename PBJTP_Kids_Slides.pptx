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Rounded MT Bold"/>
              </a:rPr>
              <a:t>DECK 1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4720" y="118872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7A1E32"/>
                </a:solidFill>
                <a:latin typeface="Arial Rounded MT Bold"/>
              </a:rPr>
              <a:t>THE FAST FOOD TRAP 🍔🚫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017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5A27"/>
                </a:solidFill>
                <a:latin typeface="Arial Rounded MT Bold"/>
              </a:rPr>
              <a:t>It's fast to eat. The damage is slow.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114800"/>
            <a:ext cx="8046720" cy="59436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1148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 Rounded MT Bold"/>
              </a:rPr>
              <a:t>What your favourite meal is actually doing to your body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 Rounded MT Bold"/>
              </a:rPr>
              <a:t>Pete Brown Jr. Tennis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You'd Be Shocked What's Inside 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Fast food is engineered to make you addicted — not healthy.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🧂  Salt: 2,000–3,000 mg — your whole DAY's limit in ONE meal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🍬  Sugar: Hidden in buns, sauces &amp; drinks — up to 20 teaspoons!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🛢️  Fat: Mostly unhealthy trans fats that clog your arteries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🧪  Chemicals: Artificial flavours, colours &amp; preservatives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🔥  Calories: One combo meal = a kid's ENTIRE daily need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480560" cy="48463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Rounded MT Bold"/>
              </a:rPr>
              <a:t>⚡ 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574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Food scientists design fast food to make you want MORE — not to make you HEALTHY.
You are not weak.
The food is designed to hook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Your Body After Fast Food 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Here's what happens hour by hour...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0–30 min   → Blood sugar spikes — you feel a rush of energy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30–60 min  → Blood sugar CRASHES — tired, foggy, irritable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1–2 hours  → Hungry AGAIN even after 1,500 calories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Weeks later → Arteries begin to harden from excess fat &amp; salt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Years later  → Risk of heart disease &amp; diabetes climbs fast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480560" cy="48463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Rounded MT Bold"/>
              </a:rPr>
              <a:t>📊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574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Kids who eat fast food 3+ times a week are TWICE as likely to be overweight by age 12.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Fast Food Hurts Your Grades Too 🧠📉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What you eat directly affects how well you think.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🔴  High sugar + fat meals reduce blood flow to the brain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🔴  Kids who eat fast food regularly score lower on tests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🔴  The crash after eating makes it hard to focus in class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🔴  Fast food has almost none of the nutrients brains need to grow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🟢  After a home-cooked meal → alert, focused, energised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🟢  Omega-3s (fish, nuts) = brain food. Fast food has almost NONE.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Fast Food Is Designed to Hook You 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This isn't about willpower. The food is engineered to be addictive.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💡  Food companies find the "bliss point" — the perfect mix of salt,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sugar &amp; fat that makes your brain release dopamine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⚠️  Signs you might be hooked: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→ You crave it even when not hungry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→ You feel moody without it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→ You feel guilty but do it again anyway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✅  Good news: Within 2 WEEKS of cutting fast food,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cravings drop and healthy food tastes better again!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Better Choices, Better You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You don't have to be perfect. You have to be CONSISTENT.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Rounded MT Bold"/>
              </a:rPr>
              <a:t>❌  Fast Food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10+ teaspoons of sugar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Over a day's worth of salt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Energy crash in 30 min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Hungry again in 1 hour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Hurts focus at school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Expensive long-term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48463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Rounded MT Bold"/>
              </a:rPr>
              <a:t>✅  Smart Swaps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Banana + peanut butter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Hard boiled egg + crackers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Cheese + apple slices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Trail mix (nuts &amp; dried fruit)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Leftovers from home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Saves your family $$$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Rounded MT Bold"/>
              </a:rPr>
              <a:t>DECK 2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4720" y="118872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7A1E32"/>
                </a:solidFill>
                <a:latin typeface="Arial Rounded MT Bold"/>
              </a:rPr>
              <a:t>THE SUGAR SECRET 🍬😬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017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5A27"/>
                </a:solidFill>
                <a:latin typeface="Arial Rounded MT Bold"/>
              </a:rPr>
              <a:t>It tastes amazing. Here's what it's actually doing.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114800"/>
            <a:ext cx="8046720" cy="5943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1148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 Rounded MT Bold"/>
              </a:rPr>
              <a:t>The truth that candy companies don't want you to know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 Rounded MT Bold"/>
              </a:rPr>
              <a:t>Pete Brown Jr. Tennis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See the Sugar 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Daily limit for kids: 6 teaspoons (25g). Look what's hiding in your drinks!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🥤  1 can of soda          →  10 teaspoons of sugar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📦  1 juice box            →  6 teaspoons  (almost as bad!)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🍶  Flavoured yogurt       →  5 teaspoons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⚡  1 sports drink          →  8 teaspoons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🍫  1 chocolate milk       →  4 teaspoons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🍪  1 granola bar          →  4 teaspoons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😱  Average American kid eats 19 teaspoons/day — 3× the limit!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480560" cy="48463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Rounded MT Bold"/>
              </a:rPr>
              <a:t>💧 BEST DRINK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574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#1  Water
(zero sugar, zero cost)
#2  Plain milk
(calcium + protein)
#3  Unsweetened tea
(zero sugar)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 /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The Sugar Rollercoaster 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Every time you eat a lot of sugar your body goes on a wild ride.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⬆️  THE SPIKE: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Sugar hits blood → glucose shoots up fast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You feel: hyper, excited, can't sit still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⬇️  THE CRASH: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Insulin overreacts → blood sugar drops too low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You feel: tired, grumpy, headachey, can't focus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🔁  THE CRAVING: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You want MORE sugar to feel normal again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This is exactly how sugar keeps you hooked.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2 /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What Too Much Sugar Does Over Time 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A little occasionally is fine. Daily excess causes real damage.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🦷  TEETH: Sugar feeds bacteria → acid → cavities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💪  BODY: Excess sugar is stored as fat (especially belly fat)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💉  DIABETES: Type 2 diabetes now showing up in kids as young as 10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❤️  HEART: Causes inflammation in blood vessels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🛡️  IMMUNITY: Weakens your immune system for up to 5 hours after a sugar binge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🧠  BRAIN: Linked to anxiety, poor memory &amp; difficulty learning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📈  1900s: Americans ate 4 lbs sugar/year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Today: 150+ lbs sugar/year per person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3 /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Sugar in Disguise 🕵️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Food companies hide sugar under 56 different names on labels.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🔍  Watch for these names on ingredient lists: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High fructose corn syrup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Dextrose, maltose, sucrose, fructose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Evaporated cane juice / cane sugar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Agave nectar / brown rice syrup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Fruit juice concentrate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📏  RULE: If ANY form of sugar is in the first 3 ingredients — PUT IT BACK.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✅  Safe test: Sugar grams ÷ 4 = teaspoons. Under 6g per serving = 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4 /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Beat Sugar Cravings Like a Pro 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You don't have to go cold turkey. Just crowd it out — week by week.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📅  Week 1: Swap ONE sugary drink a day for water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📅  Week 2: Replace ONE sugary snack with fresh fruit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📅  Week 3: Read ONE food label before buying — check sugar grams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📅  Week 4: Try ONE full day with zero added sugar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⚡  When cravings hit RIGHT NOW: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   → Drink a full glass of water — wait 10 minutes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   → Eat a small handful of nuts — kills cravings fast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   → Brush your teeth — mint flavour stops cravings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A1A1A"/>
                </a:solidFill>
                <a:latin typeface="Arial"/>
              </a:rPr>
              <a:t>●     → Go outside and move — exercise beats sugar cravings in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480560" cy="48463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Rounded MT Bold"/>
              </a:rPr>
              <a:t>🌟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5740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After just 2 weeks of less sugar:
✓  More steady energy
✓  Better mood
✓  Food tastes MORE flavourful
✓  Easier to focus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5 /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🎯  Your 5-Day Sugar Challenge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46304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Day 1 — Replace soda/juice with water all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Day 2 — Read the label on 3 things in your fridge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Day 3 — Count teaspoons of sugar in everything you drink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Day 4 — Choose a fruit instead of a sweet snack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Day 5 — Tell your parent ONE thing you learned about sugar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80"/>
            <a:ext cx="11430000" cy="10058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68112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 Rounded MT Bold"/>
              </a:rPr>
              <a:t>After 5 days write down: How do you feel compared to Day 1? More energy? Better mood? 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Rounded MT Bold"/>
              </a:rPr>
              <a:t>DECK 3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4720" y="118872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7A1E32"/>
                </a:solidFill>
                <a:latin typeface="Arial Rounded MT Bold"/>
              </a:rPr>
              <a:t>FAST FOOD vs HOME COOKING 🍔⚔️🍳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017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5A27"/>
                </a:solidFill>
                <a:latin typeface="Arial Rounded MT Bold"/>
              </a:rPr>
              <a:t>Which one wins for your health AND your wallet?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114800"/>
            <a:ext cx="8046720" cy="59436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1148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 Rounded MT Bold"/>
              </a:rPr>
              <a:t>The answer — and the savings — might surprise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 Rounded MT Bold"/>
              </a:rPr>
              <a:t>Pete Brown Jr. Tennis Program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Fast Food Is Expensive — Do The Maths 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It feels cheap per visit. The yearly total will shock you.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🧒  ONE PERSON eating fast food: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1 meal = $10–$14    |   3×/week = $35–$42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1 month = $140–$168  |   1 YEAR = $1,680–$2,016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👨‍👩‍👧‍👦  FAMILY OF 4 eating fast food: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1 meal out = $40–$55  |  3×/week = $120–$165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1 YEAR = $6,240–$8,580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💡  That is a family vacation. A used car. A year of college savings.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And that's BEFORE the medical bills from eating unhealthy.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1 /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What Home Cooking Actually Costs 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Cooking at home is cheaper than you think — especially per serving.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🍝  Pasta + sauce + turkey for 4:    $8 total  →  $2 per person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🍗  Chicken + veg + rice for 4:       $12 total →  $3 per person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🥚  Eggs + toast + fruit for 4:        $5 total  →  $1.25 per person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🌮  Bean tacos with toppings for 4:   $10 total →  $2.50 per person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                    Fast Food     Home Cooked   YOU SAVE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Breakfast (4 ppl):   $28            $6               $22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Dinner (4 ppl):       $50            $12              $38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Per week (×5 dinners): $250          $60              $190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💰  Annual saving for a family switching to home cooking: $4,000–$6,000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2 /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You Pay Now or You Pay Later 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Cheap unhealthy food now = expensive medical bills later.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🍔  FAST FOOD DIET — long-term costs: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Obesity management:        $1,500+/year extra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Type 2 diabetes:           $9,000–$13,000/year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Heart disease treatment:   $20,000–$50,000+ lifetime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Dental work from sugar:    $500–$5,000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🍳  HOME-COOKED DIET — long-term savings: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Fewer doctor visits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Lower medication costs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More energy at school &amp; sport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Stronger immune system = less sick time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⚖️  Cheap food now + expensive health problems later, OR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 A little more effort now + a longer, healthier, wealthier life.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3 /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Cooking Is a Superpower Anyone Can Learn 👨‍🍳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5 things every kid should know how to make: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37160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🍳  1.  Scrambled eggs — protein in 5 minutes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🍚  2.  Rice in a pot — base for any meal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🥗  3.  A simple salad — chop + dressing = done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🍝  4.  Pasta with sauce — feeds a family for $8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🥪  5.  A proper sandwich — protein + veg + whole grain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✅  Why cooking matters beyond the money: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You control EXACTLY what goes in your food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No hidden salt, sugar, or chemicals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It's a life skill that will save you THOUSANDS as an adult</a:t>
            </a:r>
          </a:p>
          <a:p>
            <a:pPr>
              <a:spcBef>
                <a:spcPts val="400"/>
              </a:spcBef>
            </a:pPr>
            <a:r>
              <a:rPr sz="2100">
                <a:solidFill>
                  <a:srgbClr val="1A1A1A"/>
                </a:solidFill>
                <a:latin typeface="Arial"/>
              </a:rPr>
              <a:t>●     → Kids who cook by age 12 eat healthier as adults — proven!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739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</a:rPr>
              <a:t>4 /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30% Savings Rule 🐷  — Every Time You Get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Pay YOURSELF first. Always.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Rounded MT Bold"/>
              </a:rPr>
              <a:t>❌  Spend It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Money is gone immediately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Nothing saved for goals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Emergency = panic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Always need more money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Stressed about spending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✗  $10 earned → $0 left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48463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Rounded MT Bold"/>
              </a:rPr>
              <a:t>✅  The 30%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30% straight into savings jar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10% into giving jar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60% to spend wisely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Emergency fund grows slowly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Watching savings grow feels GREAT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✓  $10 earned → $3 saved every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 Rounded MT Bold"/>
              </a:rPr>
              <a:t>🏆  Cook It · Track It · Save It This Week!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46304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Step 1 — Pick a simple recipe  (eggs, pasta, rice bowl, or sandwich)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Step 2 — Go to the store with a parent and buy only what you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Step 3 — Cook it together and write down what it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Step 4 — Compare the cost to the same meal at a restaurant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Step 5 — Put 30% of the savings straight into your piggy bank 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80"/>
            <a:ext cx="11430000" cy="100584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68112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 Rounded MT Bold"/>
              </a:rPr>
              <a:t>Example: Home pasta dinner = $8.  Same meal at restaurant = $45.  You saved $37 — $11 goes in your piggy bank!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Rounded MT Bold"/>
              </a:rPr>
              <a:t>🏠  TEACH YOUR PARENTS TONIGHT!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82296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1371600"/>
            <a:ext cx="5486400" cy="338328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 Rounded MT Bold"/>
              </a:rPr>
              <a:t>💬  Say This Tonight: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9397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"Mom/Dad — did you know one fast food dinner
costs $50? I can help us make it at home for $10!"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96265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"Can I get my cut of what we save and put it
in my piggy bank? I promise to save it!"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83133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"Let's count how much we saved this month
together — I'll keep track!"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486400" cy="3383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 Rounded MT Bold"/>
              </a:rPr>
              <a:t>🐷  The Piggy Bank Deal: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057400"/>
            <a:ext cx="5303520" cy="512064"/>
          </a:xfrm>
          <a:prstGeom prst="rect">
            <a:avLst/>
          </a:prstGeom>
          <a:solidFill>
            <a:srgbClr val="1E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Meal cooked at 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Your Cut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96896"/>
            <a:ext cx="5303520" cy="5120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6426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Saves ~$35 vs fast food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426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941A"/>
                </a:solidFill>
                <a:latin typeface="Arial"/>
              </a:rPr>
              <a:t>$3 – $5 in piggy bank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136392"/>
            <a:ext cx="5303520" cy="512064"/>
          </a:xfrm>
          <a:prstGeom prst="rect">
            <a:avLst/>
          </a:prstGeom>
          <a:solidFill>
            <a:srgbClr val="1E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1821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3 meals/week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1821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941A"/>
                </a:solidFill>
                <a:latin typeface="Arial"/>
              </a:rPr>
              <a:t>Up to $15/week saved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75888"/>
            <a:ext cx="5303520" cy="51206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1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7216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941A"/>
                </a:solidFill>
                <a:latin typeface="Arial"/>
              </a:rPr>
              <a:t>Up to $60 in your jar!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15384"/>
            <a:ext cx="5303520" cy="512064"/>
          </a:xfrm>
          <a:prstGeom prst="rect">
            <a:avLst/>
          </a:prstGeom>
          <a:solidFill>
            <a:srgbClr val="1E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2611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1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261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941A"/>
                </a:solidFill>
                <a:latin typeface="Arial"/>
              </a:rPr>
              <a:t>Up to $720 saved! 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19472"/>
            <a:ext cx="11430000" cy="7772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37760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Rounded MT Bold"/>
              </a:rPr>
              <a:t>👨‍👩‍👧  Parent Promise: "Every time we cook at home instead of eating out, I will give you your cut for your piggy bank."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492240"/>
            <a:ext cx="11823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Pete Brown Jr. Tennis Program — What we teach on the court, we teach for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